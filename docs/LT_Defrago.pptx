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1500000"/>
            <a:ext cx="10591695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t>Python未経験エンジニアが_x000B_AI駆動開発で2週間でタスク管理アプリを作った話</a:t>
            </a:r>
            <a:br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8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t>— Defrago 開発記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4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脳内メモリをデフラグ化し、最速でタスクに落とし込む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45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https://defrago.onrender.com/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2000" b="1">
                <a:solidFill>
                  <a:srgbClr val="A78BFA"/>
                </a:solidFill>
              </a:defRPr>
            </a:pPr>
            <a:r>
              <a:t>プロフィール</a:t>
            </a:r>
          </a:p>
          <a:p>
            <a:pPr>
              <a:defRPr sz="1600" b="0">
                <a:solidFill>
                  <a:srgbClr val="E2E8F0"/>
                </a:solidFill>
              </a:defRPr>
            </a:pPr>
            <a:r>
              <a:t>27歳 / IT業界 5年目 / 副業エンジニア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IT業界経験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パッケージ開発（約3年）/ SES（現職）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Python / FastAPI 経験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なし（Defrago が初）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個人開発実績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ユメハシ（Flutter/Dart）— AI駆動開発で3週間で開発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Defrago（Python/FastAPI）— 本LTの題材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2000" b="1">
                <a:solidFill>
                  <a:srgbClr val="A78BFA"/>
                </a:solidFill>
              </a:defRPr>
            </a:pPr>
            <a:r>
              <a:t>今日のゴール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2作目のAI駆動開発で</a:t>
            </a: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何がさらに効率化されたか</a:t>
            </a: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を数字で示す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Before: もし従来の開発で作ったら？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今回作ったアプリの規模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Python約3,500行 / テスト68件 / 4フェーズ構成 / FastAPI + HTMX +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フレームワーク学習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1〜2ヶ月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Python / FastAPI / SQLAlchemy /</a:t>
            </a:r>
            <a:br/>
            <a:r>
              <a:t>HTMX / Jinja2 を学ぶ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設計・開発・テスト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2〜4ヶ月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ビジネスロジック実装 + Web UI +_x000B_デプロイ環境構築</a:t>
            </a:r>
            <a:br/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合計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3〜6ヶ月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1人で新規スクラッチ開発の場合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After: AI駆動開発の実績（2作目）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開発期間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14日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3〜6ヶ月）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1日あたり生産量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250行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50〜100行）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学習コスト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0日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1〜2ヶ月）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24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ユメハシ（1作目）との比較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指標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ユメハシ（1作目）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Defrago（2作目）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変化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開発期間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21日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14日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33% 短縮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コード量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48,000行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3,500行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適正規模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テスト件数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813件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68件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適正規模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テストカバレッジ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90%+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品質重視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デプロイ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GitHub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本番運用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認証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なし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あり（Basic Auth）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セキュリティ↑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2作目で何が変わったか？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1作目の知見を「仕組み化」— Claude Code Level 5 テンプレート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1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1作目で得た知見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0" y="1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2作目での活用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1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CLAUDE.md のルール整備に3日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テンプレートから5分でセットアップ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2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Skills を試行錯誤で作成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2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テンプレートに4スキル同梱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2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Hooks を後から追加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初日から自動フォーマット+テスト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000" y="3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Agents を手動実行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3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初日からセキュリティ・性能レビュー並行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3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Python学習が必要...のはず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AIが全コード生成。学習コスト0日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5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</a:defRPr>
            </a:pPr>
            <a:r>
              <a:t>結論: 1作目の「学び」をテンプレート化することで、2作目以降の立ち上がりが劇的に速くなる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AI駆動開発のコスト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Defrago 開発にかかった実コスト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5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0" y="1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金額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0000" y="1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備考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9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Claude Code (Max)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0" y="1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$100/月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0" y="19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API使用量込み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3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Render (ホスティング)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0" y="2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000" y="23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無料枚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7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SQLite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0" y="27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0000" y="27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ファイルDB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31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GitHub Actions (CI/CD)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0" y="31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000" y="31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Public リポジトリ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35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合計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0" y="3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$100/月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0000" y="3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= 約15,000円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00" y="4500000"/>
            <a:ext cx="1059169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従来の外注開発（3〜6ヶ月）なら 150〜300万円。</a:t>
            </a:r>
            <a:br/>
            <a:r>
              <a:t>AI駆動開発なら月1.5万円で同等以上の品質。コスト比 1/100〜1/200。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で、何を作ったの？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7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「脳の中をデフラグする。」— エッセンシャル思考のタスク管理アプリ Defrago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1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高機能をシンプルに（エッセンシャル思考）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7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収集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6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Inboxに書き出す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0000" y="17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明確化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0000" y="26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ウィザードで分類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0000" y="17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000" y="26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今やるべきを表示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000" y="17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000" y="2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見直し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000" y="26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振り返り・再計画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34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3つの設計原則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38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Zero-Friction Capture — 書き出すハードルを限りなくゼロに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415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One Screen, One Decision — 各画面での判断は常に1つだけ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000" y="45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Think Less, Do More — アプリが判断を導く。管理より行動に集中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技術スタック &amp; アーキテクチャ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0" y="9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FastAPI + Jinja2 + HTMX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0" y="13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SQLite + SQLAlchemy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7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7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pytest + httpx (カバレッジ90%+)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21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品質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1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ruff + mypy (strict)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5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GitHub Actions +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認証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29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Basic Auth (SHA-256)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36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設計方針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000" y="41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ロジック層分離: GtdRepositoryProtocol でビジネスロジックをWeb層から完全分離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45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3層アーキテクチャ: Model → Logic →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49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HTMX: ページ遷移なしのインタラクティブUI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53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Zero-Friction Capture: 書き出すハードルを限りなくゼロに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なぜこのアプリを作ったのか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「あれもやらなきゃ」「これも忘れちゃいけない」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2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頭の中がタスクで散らばっていませんか？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54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00000" y="186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脳のワーキングメモリは極めて有限です。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18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未処理のタスクが断片化してメモリを占有し続ける限り、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5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本来の創造的な処理能力は発揮できません。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282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0000" y="314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Defrago は、PCのディスクデフラグのように、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346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頭の中に散らばった気がかりやタスクを整理して最適配置するツールです。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78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0000" y="41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</a:defRPr>
            </a:pPr>
            <a:r>
              <a:t>Defrago = Defragment +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442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</a:defRPr>
            </a:pPr>
            <a:r>
              <a:t>散らばった思考を整理し、すぐに行動に移す。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10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0" y="10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Python未経験でも2週間で本番デプロイまで到達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17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0000" y="17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1作目の知見をテンプレート化 → 2作目の立ち上がりが劇的に速い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24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24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月1.5万円で従来150〜300万円相当の開発が可能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0" y="31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0" y="31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エッセンシャル思考で4フェーズに絞り、最速で行動に落とす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4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</a:defRPr>
            </a:pPr>
            <a:r>
              <a:t>AI駆動開発は「繰り返すほど速くなるエンジン」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52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https://defrago.onrender.com/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58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